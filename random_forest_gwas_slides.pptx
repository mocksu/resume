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for Genome-wide Association (Random Forests)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Predict severe asthma exacerbation using clinical + genome-wide SNPs</a:t>
            </a:r>
          </a:p>
          <a:p>
            <a:r>
              <a:t>• Inputs: Age, Gender, FEV1%, Treatment, 550k SNPs</a:t>
            </a:r>
          </a:p>
          <a:p>
            <a:r>
              <a:t>• RF importance computed for all SNPs; cross-validation + replication</a:t>
            </a:r>
          </a:p>
        </p:txBody>
      </p:sp>
      <p:pic>
        <p:nvPicPr>
          <p:cNvPr id="4" name="Picture 3" descr="manhatt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SNP Importance Scanning ('Chromosome Walking')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RF highlights multi-SNP local clusters</a:t>
            </a:r>
          </a:p>
          <a:p>
            <a:r>
              <a:t>• Local scan reveals contiguous SNP peaks</a:t>
            </a:r>
          </a:p>
          <a:p>
            <a:r>
              <a:t>• Demonstrates how RF performs feature selection</a:t>
            </a:r>
          </a:p>
        </p:txBody>
      </p:sp>
      <p:pic>
        <p:nvPicPr>
          <p:cNvPr id="4" name="Picture 3" descr="local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